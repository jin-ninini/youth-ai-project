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1371600" cy="1371600"/>
          </a:xfrm>
          <a:prstGeom prst="ellipse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교육 시리즈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</a:t>
            </a:r>
            <a:endParaRPr lang="en-US" sz="6000" dirty="0"/>
          </a:p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만드는 똑똑한 AI 에이전트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73152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297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고등학생을 위한 AI 에이전트 입문 강의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에이전트란 무엇일까?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단순한 챗봇과는 다른, 스스로 일하는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40233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챗봇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24688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질문하면 답만 해줘요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도구를 못 써요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 없이 단발성으로 대답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행동을 스스로 못 정해요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402336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1554480"/>
            <a:ext cx="402336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83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937760" y="24688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 계획하고 실행해요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검색, 계산, API 등 도구 사용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내용을 기억해요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에이전트가 협업 가능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LLM(거대 언어 모델) + 도구 + 기억 + 자율성 = AI 에이전트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프레임워크가 필요할까?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만들면 어려운 일들을 프레임워크가 대신 해줍니다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37360"/>
            <a:ext cx="640080" cy="6400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 관리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63040" y="22402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내용을 어떻게 저장하고 다시 불러올까?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73736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745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연동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669280" y="22402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검색, 계산기, 데이터베이스를 어떻게 연결할까?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2004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474720"/>
            <a:ext cx="640080" cy="6400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118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협업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463040" y="3977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AI가 함께 일하려면 어떻게 해야 할까?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63440" y="32004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47472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6118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안정성·보안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669280" y="3977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잘못된 동작을 막고 안전하게 운영하려면?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 = AI 에이전트를 쉽게 만들기 위한 도구 모음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프레임워크들이 있을까?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 개발을 도와주는 대표 프레임워크들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06040" y="1463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만든 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34840" y="1463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0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06040" y="1920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커뮤니티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34840" y="1920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널리 쓰이는 LLM 앱 개발 도구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23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2423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Research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34840" y="24231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에이전트가 대화하며 협업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26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606040" y="2926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434840" y="2926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기업용 AI 통합에 강한 SDK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60604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34840" y="34290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기반 에이전트 팀 구성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931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606040" y="3931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34840" y="39319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+ Semantic Kernel을 통합한 차세대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시간엔 Microsoft Agent Framework (MAF)를 배워봅시다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365760"/>
          </a:xfrm>
          <a:prstGeom prst="roundRect">
            <a:avLst>
              <a:gd name="adj" fmla="val 375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2025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73152" cy="1645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Microsoft가 만든 오픈소스 AI 에이전트 프레임워크</a:t>
            </a:r>
            <a:endParaRPr lang="en-US" sz="14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기존의 AutoGen과 Semantic Kernel을 하나로 합쳐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강력하고 쉽게 만들 수 있게 된 새 버전입니다.</a:t>
            </a:r>
            <a:endParaRPr lang="en-US" sz="14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Python과 .NET 두 가지 언어를 모두 지원합니다.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914400"/>
            <a:ext cx="27432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1887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3504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MAF의 구성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26480" y="2286000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2359152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60920" y="22860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에이전트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2788920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862072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2788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360920" y="27889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연결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26480" y="3291840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3364992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91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MCP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360920" y="3291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도구 통합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126480" y="3794760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3867912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537960" y="3794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7360920" y="3794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기억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learn.microsoft.com/agent-framework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MAF를 쓰면 좋은 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초보자에게도 친절하고, 전문가에게도 강력합니다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640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417320" y="1600200"/>
            <a:ext cx="365760" cy="3657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66420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통합된 설계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920240" y="17830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AutoGen의 멀티 에이전트 + Semantic Kernel의 안정성을 합쳤어요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157984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157984"/>
            <a:ext cx="73152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1579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417320" y="2295144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2359152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20240" y="22037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모델 지원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920240" y="247802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Azure OpenAI, Anthropic, Ollama 등 자유롭게 선택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57200" y="2852928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2852928"/>
            <a:ext cx="73152" cy="6400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85800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1417320" y="2990088"/>
            <a:ext cx="365760" cy="3657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3054096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920240" y="2898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워크플로우 시각화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920240" y="317296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에이전트끼리의 연결을 그래프 형태로 직관적으로 표현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57200" y="3547872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57200" y="3547872"/>
            <a:ext cx="73152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8580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8" name="Shape 23"/>
          <p:cNvSpPr/>
          <p:nvPr/>
        </p:nvSpPr>
        <p:spPr>
          <a:xfrm>
            <a:off x="1417320" y="3685032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3749040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920240" y="3593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엔터프라이즈급 안정성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1920240" y="38679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체크포인트, 사람의 승인, 오류 복구 같은 기능 내장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457200" y="4242816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57200" y="4242816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85800" y="42428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35" name="Shape 29"/>
          <p:cNvSpPr/>
          <p:nvPr/>
        </p:nvSpPr>
        <p:spPr>
          <a:xfrm>
            <a:off x="1417320" y="4379976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328" y="4443984"/>
            <a:ext cx="237744" cy="23774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920240" y="42885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Python으로 쉽게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1920240" y="456285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몇 줄의 Python 코드로 나만의 에이전트를 만들 수 있어요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MAF로 무엇을 만들 수 있나?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만들어 볼 수 있는 재미있는 프로젝트들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105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860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공부 도우미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 문제 풀이, 영어 회화 연습, 과제 검토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68980" y="146304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97580" y="169164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452" y="181051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7580" y="22860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멘토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9758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설명, 오류 찾기, 새 기능 제안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80760" y="146304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1691640"/>
            <a:ext cx="548640" cy="5486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81051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2860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 브레인스토밍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0936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에이전트가 토론하며 창의적 답 찾기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2004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85800" y="342900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54787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4023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여행 플래너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85800" y="4343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검색·예약·일정 정리를 여러 에이전트가 분담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268980" y="32004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97580" y="342900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452" y="354787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97580" y="4023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업무 처리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3497580" y="4343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분류, 일정 정리, 문서 요약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080760" y="32004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309360" y="3429000"/>
            <a:ext cx="548640" cy="5486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3547872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309360" y="4023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나만의 캐릭터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6309360" y="4343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역할극 NPC, 가상 친구, 게임 보조 AI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MAF는 이렇게 코드로 만듭니다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몇 줄로 첫 에이전트 만들기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 설치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64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agent-framework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생성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441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ChatAgent(...)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연결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218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agent.tools = [...]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995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agent.run(query)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1325880"/>
            <a:ext cx="4389120" cy="3383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1463040"/>
            <a:ext cx="137160" cy="1371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146304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463040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my_first_agent.py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34840" y="173736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agent_framework </a:t>
            </a:r>
            <a:pPr algn="l" indent="0" marL="0">
              <a:buNone/>
            </a:pPr>
            <a:r>
              <a:rPr lang="en-US" sz="11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ChatAgent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agent_framework.openai </a:t>
            </a:r>
            <a:pPr algn="l" indent="0" marL="0">
              <a:buNone/>
            </a:pPr>
            <a:r>
              <a:rPr lang="en-US" sz="11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OpenAIChatClient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</a:t>
            </a:r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ChatAgent(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chat_client=OpenAIChatClient(),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</a:t>
            </a:r>
            <a:pPr algn="l"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"공부도우미"</a:t>
            </a:r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</a:t>
            </a:r>
            <a:pPr algn="l"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"친절한 AI 튜터"</a:t>
            </a:r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</a:t>
            </a:r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algn="l" indent="0" marL="0">
              <a:buNone/>
            </a:pPr>
            <a:r>
              <a:rPr lang="en-US" sz="11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agent.run(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"피타고라스 정리를 알려줘"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이렇게 짧은 코드로 진짜 AI 에이전트가 동작합니다!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실습할 샘플 시나리오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노트북에서 단계별로 따라 해 봅시다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393192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11880" y="173736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2464" y="183794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Agent!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8580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번째 에이전트를 만들고 인사하기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46304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1463040"/>
            <a:ext cx="393192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Shape 11"/>
          <p:cNvSpPr/>
          <p:nvPr/>
        </p:nvSpPr>
        <p:spPr>
          <a:xfrm>
            <a:off x="7818120" y="173736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4" y="183794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9204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도구를 쓰는 에이전트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89204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계산기 함수를 호출하는 수학 도우미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320040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3200400"/>
            <a:ext cx="393192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85800" y="3429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21" name="Shape 17"/>
          <p:cNvSpPr/>
          <p:nvPr/>
        </p:nvSpPr>
        <p:spPr>
          <a:xfrm>
            <a:off x="3611880" y="3474720"/>
            <a:ext cx="502920" cy="5029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4" y="3575304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5800" y="4069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에이전트의 협업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85800" y="4389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작가와 편집자 에이전트가 글을 함께 작성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663440" y="320040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663440" y="3200400"/>
            <a:ext cx="39319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892040" y="3429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" dirty="0"/>
          </a:p>
        </p:txBody>
      </p:sp>
      <p:sp>
        <p:nvSpPr>
          <p:cNvPr id="28" name="Shape 23"/>
          <p:cNvSpPr/>
          <p:nvPr/>
        </p:nvSpPr>
        <p:spPr>
          <a:xfrm>
            <a:off x="7818120" y="34747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3575304"/>
            <a:ext cx="301752" cy="30175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892040" y="4069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워크플로우 만들기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4892040" y="4389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에이전트를 순서대로 연결한 파이프라인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파일: maf_sample_scenarios.ipynb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 직접 만들어 볼 시간!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코드 한 줄이 똑똑한 AI가 되는 순간을 경험해 봐요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228600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3080" y="292608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304495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노트북 열기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.ipynb 실행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520440" y="2743200"/>
            <a:ext cx="228600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89120" y="292608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304495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따라하기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2044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셀씩 실행해보기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26480" y="2743200"/>
            <a:ext cx="228600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95160" y="292608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304495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나만의 아이디어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12648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 프로젝트 도전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궁금한 점이 있으면 언제든 질문하세요. 함께 만들어 봅시다!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Agent Framework 소개</dc:title>
  <dc:subject>PptxGenJS Presentation</dc:subject>
  <dc:creator>Microsoft Copilot</dc:creator>
  <cp:lastModifiedBy>Microsoft Copilot</cp:lastModifiedBy>
  <cp:revision>1</cp:revision>
  <dcterms:created xsi:type="dcterms:W3CDTF">2026-05-27T00:27:15Z</dcterms:created>
  <dcterms:modified xsi:type="dcterms:W3CDTF">2026-05-27T00:27:15Z</dcterms:modified>
</cp:coreProperties>
</file>